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65" d="100"/>
          <a:sy n="65" d="100"/>
        </p:scale>
        <p:origin x="124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02.12.2025</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dirty="0"/>
              <a:t>Abdalla Hussien</a:t>
            </a:r>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TotalTime>
  <Words>614</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abdallah180145@fci.bu.edu.eg</cp:lastModifiedBy>
  <cp:revision>2</cp:revision>
  <dcterms:created xsi:type="dcterms:W3CDTF">2024-07-20T13:50:58Z</dcterms:created>
  <dcterms:modified xsi:type="dcterms:W3CDTF">2025-12-02T19:52:39Z</dcterms:modified>
</cp:coreProperties>
</file>